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777240"/>
            <a:ext cx="416234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41623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FFFFFF"/>
                </a:solidFill>
                <a:latin typeface="Calibri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ECRI Founder</a:t>
            </a:r>
          </a:p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Coaching.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ECECEF"/>
                </a:solidFill>
                <a:latin typeface="Calibri"/>
              </a:rPr>
              <a:t>Where our founders are today, the formats that support them, the numbers behind the work, and what we need from the faculty to grow.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3270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070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ECRI, Unit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563270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9070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Faculty 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563270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 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59070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Herwig Slezak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563270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MEETING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907024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THD · ZFE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01</a:t>
            </a:r>
            <a:r>
              <a:rPr sz="850" b="0" i="0">
                <a:solidFill>
                  <a:srgbClr val="B9B9B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Agenda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/>
            </a:r>
          </a:p>
        </p:txBody>
      </p:sp>
      <p:pic>
        <p:nvPicPr>
          <p:cNvPr id="6" name="Picture 5" descr="agenda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40080"/>
            <a:ext cx="26791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78308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82296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E2007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743200"/>
            <a:ext cx="365760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2222"/>
                </a:solidFill>
                <a:latin typeface="Calibri"/>
              </a:rPr>
              <a:t>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743200"/>
            <a:ext cx="24688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Active student ventures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743200"/>
            <a:ext cx="6400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92424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10712"/>
            <a:ext cx="82296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E2007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410712"/>
            <a:ext cx="365760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2222"/>
                </a:solidFill>
                <a:latin typeface="Calibri"/>
              </a:rPr>
              <a:t>The founder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10712"/>
            <a:ext cx="24688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Founders, talent and mentors joining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410712"/>
            <a:ext cx="6400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82296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E2007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078224"/>
            <a:ext cx="365760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2222"/>
                </a:solidFill>
                <a:latin typeface="Calibri"/>
              </a:rPr>
              <a:t>Formats and resources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078224"/>
            <a:ext cx="24688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How we reach and support founders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078224"/>
            <a:ext cx="6400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27448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82296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E2007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745736"/>
            <a:ext cx="365760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2222"/>
                </a:solidFill>
                <a:latin typeface="Calibri"/>
              </a:rPr>
              <a:t>Activities and KPIs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745736"/>
            <a:ext cx="24688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The current term in figures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745736"/>
            <a:ext cx="6400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394960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413248"/>
            <a:ext cx="82296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E2007A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5413248"/>
            <a:ext cx="365760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22222"/>
                </a:solidFill>
                <a:latin typeface="Calibri"/>
              </a:rPr>
              <a:t>What we need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5413248"/>
            <a:ext cx="24688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Call to action for the faculty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5413248"/>
            <a:ext cx="640080" cy="6675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02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teams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03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founder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network</a:t>
            </a:r>
          </a:p>
        </p:txBody>
      </p:sp>
      <p:pic>
        <p:nvPicPr>
          <p:cNvPr id="6" name="Picture 5" descr="net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71600"/>
            <a:ext cx="286207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965960"/>
            <a:ext cx="72237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31927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17296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7296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Students bringing a startup concept and looking for a team.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69079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370831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224527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24527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Skilled students who want to join an existing startup.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2064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42239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276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27608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Experienced advisors supporting the teams as they grow.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04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Formats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resources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345643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468879"/>
            <a:ext cx="502920" cy="50292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688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E2007A"/>
                </a:solidFill>
                <a:latin typeface="Calibri"/>
              </a:rPr>
              <a:t>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10712"/>
            <a:ext cx="290779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Calibri"/>
              </a:rPr>
              <a:t>Office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22191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Weekly walk-in slot, EC 2.11, Tuesdays 13:00 to 15:00. The first checkpoint of the founder pipeline.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194560"/>
            <a:ext cx="345643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468879"/>
            <a:ext cx="502920" cy="50292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4688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3154680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E2007A"/>
                </a:solidFill>
                <a:latin typeface="Calibri"/>
              </a:rPr>
              <a:t>TEACHING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7" y="3410712"/>
            <a:ext cx="290779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Calibri"/>
              </a:rPr>
              <a:t>Entrepreneurship 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7" y="3822191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Introduces students to startup thinking and channels interested founders into coaching.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94560"/>
            <a:ext cx="345643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2468879"/>
            <a:ext cx="502920" cy="50292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24688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3154680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E2007A"/>
                </a:solidFill>
                <a:latin typeface="Calibri"/>
              </a:rPr>
              <a:t>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410712"/>
            <a:ext cx="290779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Room at GreG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822191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Workspace and meeting point at the GreG Founding Center for project teams and small group sessions.</a:t>
            </a:r>
          </a:p>
        </p:txBody>
      </p:sp>
      <p:pic>
        <p:nvPicPr>
          <p:cNvPr id="24" name="Picture 23" descr="greg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800600"/>
            <a:ext cx="10637215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005840" y="5029200"/>
            <a:ext cx="3168944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029200"/>
            <a:ext cx="316894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ROOM AT THE GREG FOUNDING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05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04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Activities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KPIs</a:t>
            </a:r>
          </a:p>
        </p:txBody>
      </p:sp>
      <p:pic>
        <p:nvPicPr>
          <p:cNvPr id="6" name="Picture 5" descr="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640080"/>
            <a:ext cx="2542032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874519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The current term on one slide. Individual talks and class visits are rolled up into a single outreach figure.</a:t>
            </a:r>
          </a:p>
        </p:txBody>
      </p:sp>
      <p:pic>
        <p:nvPicPr>
          <p:cNvPr id="8" name="Picture 7" descr="sta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88920"/>
            <a:ext cx="10637215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STUDENTS 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outreach this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86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9151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TALKS &amp; LECTURES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151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more 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1:1 COACHING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students, Unit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5151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7759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WORKSHOPS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7759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06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05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What we need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200400"/>
          </a:xfrm>
          <a:prstGeom prst="roundRect">
            <a:avLst>
              <a:gd name="adj" fmla="val 3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429000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968496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904487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443983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379975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Support and resource the room at GreG.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4919471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4855463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429000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3968496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904487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Move the funnel from estimate to measurement, including GreG room booking.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443983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379975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4919471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4855463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07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E2007A"/>
                </a:solidFill>
                <a:latin typeface="Calibri"/>
              </a:rPr>
              <a:t>FACULTY BOARD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0312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FFFFFF"/>
                </a:solidFill>
                <a:latin typeface="Calibri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2A0A1C"/>
                </a:solidFill>
                <a:latin typeface="Calibri"/>
              </a:rPr>
              <a:t>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BEAF2"/>
                </a:solidFill>
                <a:latin typeface="Calibri"/>
              </a:rPr>
              <a:t>What do you need from us, and what can we ask of you?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367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4184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Abu-Rezeq, Unit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5367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564184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mohammad.abu-rezeq@th-deg.de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5367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FFFFFF"/>
                </a:solidFill>
                <a:latin typeface="Calibri"/>
              </a:rPr>
              <a:t>OFFICE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64184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EC 2.11, Tuesdays 13:00 to 15:00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08</a:t>
            </a:r>
            <a:r>
              <a:rPr sz="850" b="0" i="0">
                <a:solidFill>
                  <a:srgbClr val="F4C6DE"/>
                </a:solidFill>
                <a:latin typeface="Calibri"/>
              </a:rPr>
              <a:t>  / 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